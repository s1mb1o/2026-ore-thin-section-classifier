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02a4f90b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f02a4f90b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02a4f90b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f02a4f90b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02a4f90b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f02a4f90b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02a4f90b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02a4f90b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02a4f90b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02a4f90b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02a4f90b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02a4f90b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02a4f90b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02a4f90b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5750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/>
        </p:nvSpPr>
        <p:spPr>
          <a:xfrm>
            <a:off x="1828753" y="1494183"/>
            <a:ext cx="272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ИТ-</a:t>
            </a:r>
            <a:r>
              <a:rPr b="1" lang="en-GB" sz="20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СОРЕВНОВАНИЕ</a:t>
            </a:r>
            <a:endParaRPr b="1" sz="2000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" name="Google Shape;18;p6"/>
          <p:cNvSpPr txBox="1"/>
          <p:nvPr/>
        </p:nvSpPr>
        <p:spPr>
          <a:xfrm>
            <a:off x="1828750" y="1834648"/>
            <a:ext cx="49842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00FFBF"/>
                </a:solidFill>
                <a:latin typeface="Proxima Nova"/>
                <a:ea typeface="Proxima Nova"/>
                <a:cs typeface="Proxima Nova"/>
                <a:sym typeface="Proxima Nova"/>
              </a:rPr>
              <a:t>НОРНИКЕЛЬ</a:t>
            </a:r>
            <a:endParaRPr b="1" sz="4800">
              <a:solidFill>
                <a:srgbClr val="00FFB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Google Shape;19;p6"/>
          <p:cNvSpPr txBox="1"/>
          <p:nvPr/>
        </p:nvSpPr>
        <p:spPr>
          <a:xfrm>
            <a:off x="1828750" y="2437123"/>
            <a:ext cx="58902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AI SCIENCE HACK</a:t>
            </a:r>
            <a:endParaRPr b="1" sz="4800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6"/>
          <p:cNvSpPr/>
          <p:nvPr/>
        </p:nvSpPr>
        <p:spPr>
          <a:xfrm>
            <a:off x="1947550" y="3381750"/>
            <a:ext cx="28179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Призовой фонд 1 500 000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" name="Google Shape;33;p8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5" name="Google Shape;35;p8"/>
          <p:cNvPicPr preferRelativeResize="0"/>
          <p:nvPr/>
        </p:nvPicPr>
        <p:blipFill rotWithShape="1">
          <a:blip r:embed="rId3">
            <a:alphaModFix/>
          </a:blip>
          <a:srcRect b="0" l="12553" r="12546" t="0"/>
          <a:stretch/>
        </p:blipFill>
        <p:spPr>
          <a:xfrm>
            <a:off x="5420407" y="1091800"/>
            <a:ext cx="2696400" cy="3600000"/>
          </a:xfrm>
          <a:prstGeom prst="round2DiagRect">
            <a:avLst>
              <a:gd fmla="val 4278" name="adj1"/>
              <a:gd fmla="val 1279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" name="Google Shape;41;p9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9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 b="0" l="12553" r="12546" t="0"/>
          <a:stretch/>
        </p:blipFill>
        <p:spPr>
          <a:xfrm>
            <a:off x="5764375" y="771753"/>
            <a:ext cx="2696400" cy="3600000"/>
          </a:xfrm>
          <a:prstGeom prst="round2DiagRect">
            <a:avLst>
              <a:gd fmla="val 4278" name="adj1"/>
              <a:gd fmla="val 1279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342000" y="1094400"/>
            <a:ext cx="8460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0"/>
          <p:cNvSpPr txBox="1"/>
          <p:nvPr/>
        </p:nvSpPr>
        <p:spPr>
          <a:xfrm>
            <a:off x="556968" y="13204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" name="Google Shape;50;p10"/>
          <p:cNvSpPr txBox="1"/>
          <p:nvPr/>
        </p:nvSpPr>
        <p:spPr>
          <a:xfrm>
            <a:off x="556975" y="20824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" name="Google Shape;51;p10"/>
          <p:cNvSpPr txBox="1"/>
          <p:nvPr/>
        </p:nvSpPr>
        <p:spPr>
          <a:xfrm>
            <a:off x="556975" y="28778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" name="Google Shape;52;p10"/>
          <p:cNvSpPr/>
          <p:nvPr/>
        </p:nvSpPr>
        <p:spPr>
          <a:xfrm>
            <a:off x="7062500" y="906700"/>
            <a:ext cx="13410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" name="Google Shape;53;p10"/>
          <p:cNvSpPr/>
          <p:nvPr/>
        </p:nvSpPr>
        <p:spPr>
          <a:xfrm>
            <a:off x="5778400" y="906700"/>
            <a:ext cx="10914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342000" y="1094400"/>
            <a:ext cx="4095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4717800" y="1094400"/>
            <a:ext cx="4095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